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Libre Baskerville"/>
      <p:regular r:id="rId16"/>
    </p:embeddedFon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DBC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LLaMA 2 Blog Generator: Automating Content Creation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presentation explores the LLaMA 2 Blog Generator, a revolutionary tool that streamlit and enhances content creation.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23354"/>
            <a:ext cx="124775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Problem: The Content Creation Bottleneck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763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Creating high-quality content is time-consuming and resource-intensive.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427636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Generating engaging blog posts requires significant effort, research, and writing skills.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587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Solution: LLaMA 2 Powered Blog Generation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771662"/>
            <a:ext cx="510302" cy="510302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2979" y="3856672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771662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LLaMA 2 Blog Generator tackles content creation challenges.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771662"/>
            <a:ext cx="510302" cy="510302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35843" y="3856672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5422583" y="3771662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utilizes the advanced language model to automate blog post generation.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70523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4166" y="5790247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530906" y="570523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tool streamlit the content creation process, saving time and resources.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6890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How it Works: Streamlit Interface and User Inputs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6306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interact with a Streamlit interface, which is easy to use.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599521" y="46306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provide input for the blog topic, word count, and target audience.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2931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LLaMA 2's Role: Generating Coherent and Relevant Content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009430"/>
            <a:ext cx="7556421" cy="1225153"/>
          </a:xfrm>
          <a:prstGeom prst="roundRect">
            <a:avLst>
              <a:gd name="adj" fmla="val 74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9864" y="4259104"/>
            <a:ext cx="70570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LLaMA 2 model is trained on a massive dataset of text and code.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461397"/>
            <a:ext cx="7556421" cy="1225153"/>
          </a:xfrm>
          <a:prstGeom prst="roundRect">
            <a:avLst>
              <a:gd name="adj" fmla="val 74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29864" y="5711071"/>
            <a:ext cx="70570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can understand context, generate coherent text, and create engaging blog posts.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1225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Features: Customization, Word Count, Target Audience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469969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263759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can customize various aspects of the generated blog post.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04" y="5469969"/>
            <a:ext cx="566976" cy="56697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254704" y="6263759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can specify the desired word count, ensuring content length is suitable.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5469969"/>
            <a:ext cx="566976" cy="56697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715738" y="6263759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can select the target audience, tailoring the content for the right demographic.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558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Use Cases: Content Creators, Researchers, Professionals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3352086"/>
            <a:ext cx="30480" cy="3991928"/>
          </a:xfrm>
          <a:prstGeom prst="roundRect">
            <a:avLst>
              <a:gd name="adj" fmla="val 30000"/>
            </a:avLst>
          </a:prstGeom>
          <a:solidFill>
            <a:srgbClr val="5D606B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3847148"/>
            <a:ext cx="793790" cy="30480"/>
          </a:xfrm>
          <a:prstGeom prst="roundRect">
            <a:avLst>
              <a:gd name="adj" fmla="val 30000"/>
            </a:avLst>
          </a:prstGeom>
          <a:solidFill>
            <a:srgbClr val="5D606B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360723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7989" y="3692247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3578900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Content creators can quickly produce high-quality blog posts for their websites.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358622" y="5253395"/>
            <a:ext cx="793790" cy="30480"/>
          </a:xfrm>
          <a:prstGeom prst="roundRect">
            <a:avLst>
              <a:gd name="adj" fmla="val 30000"/>
            </a:avLst>
          </a:prstGeom>
          <a:solidFill>
            <a:srgbClr val="5D606B"/>
          </a:solidFill>
          <a:ln/>
        </p:spPr>
      </p:sp>
      <p:sp>
        <p:nvSpPr>
          <p:cNvPr id="10" name="Shape 7"/>
          <p:cNvSpPr/>
          <p:nvPr/>
        </p:nvSpPr>
        <p:spPr>
          <a:xfrm>
            <a:off x="878800" y="5013484"/>
            <a:ext cx="510302" cy="510302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9176" y="5098494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2381488" y="498514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Researchers can generate summaries of their findings and disseminate information.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358622" y="6659642"/>
            <a:ext cx="793790" cy="30480"/>
          </a:xfrm>
          <a:prstGeom prst="roundRect">
            <a:avLst>
              <a:gd name="adj" fmla="val 30000"/>
            </a:avLst>
          </a:prstGeom>
          <a:solidFill>
            <a:srgbClr val="5D606B"/>
          </a:solidFill>
          <a:ln/>
        </p:spPr>
      </p:sp>
      <p:sp>
        <p:nvSpPr>
          <p:cNvPr id="14" name="Shape 11"/>
          <p:cNvSpPr/>
          <p:nvPr/>
        </p:nvSpPr>
        <p:spPr>
          <a:xfrm>
            <a:off x="878800" y="6419731"/>
            <a:ext cx="510302" cy="510302"/>
          </a:xfrm>
          <a:prstGeom prst="roundRect">
            <a:avLst>
              <a:gd name="adj" fmla="val 1792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9176" y="6504742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2381488" y="6391394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Professionals can create engaging and informative content for their industries.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Enhancements &amp; Call to Action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plan to add features like image generation and topic suggestion.</a:t>
            </a:r>
            <a:endParaRPr lang="en-US" sz="17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268022" y="4539972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We're also exploring integration with SEO tools for optimized content.</a:t>
            </a:r>
            <a:endParaRPr lang="en-US" sz="17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268022" y="590085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the LLaMA 2 Blog Generator today and experience the power of AI content creation!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3360"/>
            <a:ext cx="92950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98AC7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impacts and challenges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25767"/>
            <a:ext cx="2152055" cy="154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91094" y="3067407"/>
            <a:ext cx="12644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357217" y="2915483"/>
            <a:ext cx="629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Increased efficiency and reduced costs for content creation.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187077" y="3881199"/>
            <a:ext cx="8592860" cy="15240"/>
          </a:xfrm>
          <a:prstGeom prst="roundRect">
            <a:avLst>
              <a:gd name="adj" fmla="val 60000"/>
            </a:avLst>
          </a:prstGeom>
          <a:solidFill>
            <a:srgbClr val="5D606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924776"/>
            <a:ext cx="4304109" cy="154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67043" y="4469130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433304" y="4333042"/>
            <a:ext cx="717649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Enhanced reach and audience engagement through engaging blog posts.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263164" y="5480209"/>
            <a:ext cx="7516773" cy="15240"/>
          </a:xfrm>
          <a:prstGeom prst="roundRect">
            <a:avLst>
              <a:gd name="adj" fmla="val 60000"/>
            </a:avLst>
          </a:prstGeom>
          <a:solidFill>
            <a:srgbClr val="5D606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523786"/>
            <a:ext cx="6456164" cy="154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66924" y="6068139"/>
            <a:ext cx="174665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5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509272" y="5750600"/>
            <a:ext cx="610052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Challenges: ensuring ethical use of AI, maintaining content quality, and addressing potential job displacement.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2025-02-12T07:00:05Z</dcterms:created>
  <dcterms:modified xsi:type="dcterms:W3CDTF">2025-02-12T07:00:05Z</dcterms:modified>
</cp:coreProperties>
</file>